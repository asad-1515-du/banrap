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31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8B1A6-4591-4605-8BEC-CEB13D66E08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9EABC9-DDAD-4F86-BCFB-9F1B385CD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906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B110E-6B91-DA36-8D47-D2A4FE107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F0487F-212A-CB07-ABA9-F309833027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65035-FC73-7F8D-4D20-C07346C0C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A201-59FE-49E1-B836-144CDDB31145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85ED8-4E9C-71AA-14D5-51AD62600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E9C99-6E4F-4796-B2CF-0847E0FB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4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5528E-68B3-180C-06AB-DA1C9CB57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C6BB6-1E88-2D76-C083-88E2F9414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CFF45-99C1-2EE5-E505-92E4AC1B4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AD24-CB8D-4C4D-9702-FA1BCD5FB0B7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D9BA5-5196-9A21-16C9-4ACEEB8A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DFEE6-40C1-D44A-0DE9-585478C3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8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5CB6D-ABA0-6261-B56A-370AF0407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57AC5-52E2-D7B4-2BD6-50D121479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E945D-490D-BE37-4D3C-A872F7AEA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4916B-F3CC-496E-9B3E-E5C6C32E65A7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31049-ECFC-6D91-FFB1-DAB8B6610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91374-BFBB-1CD6-DDFF-A93F0FC7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26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3394C-D397-2FF2-CA59-8130DD35F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76602-D7BE-DA13-7E57-DF563D32D2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C7ADF-5D26-CF67-8DFC-A914F36D6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82E3B-2088-0A11-5122-B7E4B0339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E8938-FD2B-4BBC-847C-64ABB40E9BA4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5D8CC-4BE4-B191-C901-808A329D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55D96-1526-BA1F-8EF0-94CCEDB8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91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C5C59-EEB5-A09E-B9AC-B70448A66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CE1B2-7E55-313F-83A1-394AEECD5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1C759-F949-752B-27A3-EF54BB32F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F0AF46-6B48-5A6F-ECF1-EC18973204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F89CFF-F39F-7143-5FBF-53122B152C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1F1232-B9ED-619E-EFC1-A55A814E3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EE05-D393-4204-AD6A-9CB99E6D93DD}" type="datetime1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B5F16A-236C-1430-AF1F-A22A39A92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0B299B-76EC-5FF0-BD5C-D5EE04CA9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9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AA3E4-129B-BC0E-2218-51E66EEAB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E12C8D-3550-C9E0-DA8D-31F0B664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8493E-3C3C-4778-97E9-A33111C5E3E0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E99135-4F86-8E94-7374-75776B0D2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851E3-A4A1-D7B3-3ABD-BE66BDC6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669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20BBED-9FFB-19E9-CB82-DF33807A3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1A11B-0901-4498-AD66-EF662509BF68}" type="datetime1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8D262-987F-8DE7-209A-AADD47793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3BEB8-BA50-9C69-241C-83C3F03A8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5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0AE0-7319-1095-7D37-E105FD64D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92F05-0861-0B7D-E5D5-2E6099FC7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EC735-249A-B636-4A8C-8CD759789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6D150-68C0-FCFB-215D-253D3D66A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6087-A661-434C-821C-880CF270AA17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17B27-F0A8-4325-48B5-D1D5C54B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DCD2D-FBDC-928B-674C-AD2A8A84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1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47043-6EEA-231D-5AA1-B17465EC6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C5E78A-EA6C-0CCA-6206-B12EC6285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CE8D-32BC-DCE5-4E17-D1FBAEB82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AF140-8C0D-3009-2810-E1B52A8EC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A932-E5FA-4418-BA71-CE8862AB603F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663D8-C551-8266-9F96-6F0E49A24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99A82-C388-17BA-9873-F4CC74CC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3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85899-B037-773D-A5EC-1F9C3A693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60D3B-0AFD-209B-2103-0BC0F41C0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E499B-D604-D54A-7740-FB75E31B1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ACF2E-CCFB-43C5-88F7-5F3BBB0C397D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2605F-1D51-F027-2E06-39D9E0C75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FAD92-4C2B-7E24-633E-DA4B09CF1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56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EC25F1-98DB-7839-E623-71DF1EB44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3F31AA-1960-1007-F68B-B0F3E657C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C513-46AF-5BDD-40D1-6B6FD394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70D8-0B49-40A7-9751-518AE3026D63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85237-A65A-D078-36D1-C90C1551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DA3F3-FCAB-8F37-2A5F-CBA5826B1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88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3DE624-0DDD-93D7-4762-2F65F35BC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8BC63-E0D7-416C-91E4-A63FF2274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D9819-772D-9DAE-880D-EF50A35E20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14A03-4494-4DB9-A872-7D900B62BAE7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FED36-1B50-69D9-AB56-062489584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B66B1-D519-026F-A58D-D655A1B43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C70974-262C-4034-A5AD-7EC6A3C1A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08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B700A-E693-0696-4DDE-CA35B964C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742" y="3414012"/>
            <a:ext cx="4721225" cy="1902518"/>
          </a:xfrm>
        </p:spPr>
        <p:txBody>
          <a:bodyPr>
            <a:noAutofit/>
          </a:bodyPr>
          <a:lstStyle/>
          <a:p>
            <a:pPr algn="l"/>
            <a:r>
              <a:rPr lang="en-US" sz="2000" b="1" dirty="0"/>
              <a:t>Md. Asad Al Mahmud-1515</a:t>
            </a:r>
          </a:p>
          <a:p>
            <a:pPr algn="l"/>
            <a:r>
              <a:rPr lang="en-US" sz="2000" b="1" dirty="0"/>
              <a:t>Tarek Jamil Adnan-1520</a:t>
            </a:r>
          </a:p>
          <a:p>
            <a:pPr algn="l"/>
            <a:endParaRPr lang="en-US" sz="2000" b="1" dirty="0"/>
          </a:p>
          <a:p>
            <a:pPr algn="l"/>
            <a:r>
              <a:rPr lang="en-US" sz="2000" b="1" dirty="0"/>
              <a:t>Supervised By: </a:t>
            </a:r>
          </a:p>
          <a:p>
            <a:pPr algn="l"/>
            <a:r>
              <a:rPr lang="en-US" sz="2000" b="1" dirty="0"/>
              <a:t>Dr. </a:t>
            </a:r>
            <a:r>
              <a:rPr lang="en-US" sz="2000" b="1" dirty="0" err="1"/>
              <a:t>Ahmedul</a:t>
            </a:r>
            <a:r>
              <a:rPr lang="en-US" sz="2000" b="1" dirty="0"/>
              <a:t> Kabir</a:t>
            </a:r>
          </a:p>
        </p:txBody>
      </p:sp>
      <p:pic>
        <p:nvPicPr>
          <p:cNvPr id="5" name="Picture 4" descr="A black background with blue text and a road&#10;&#10;AI-generated content may be incorrect.">
            <a:extLst>
              <a:ext uri="{FF2B5EF4-FFF2-40B4-BE49-F238E27FC236}">
                <a16:creationId xmlns:a16="http://schemas.microsoft.com/office/drawing/2014/main" id="{AD03B2E4-A157-F99A-512F-E2C78D744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801" y="578738"/>
            <a:ext cx="5670549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51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D1FBD-21DA-8B8A-10F9-4A08F4D8E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5155" y="1672174"/>
            <a:ext cx="6123773" cy="2831544"/>
          </a:xfrm>
        </p:spPr>
        <p:txBody>
          <a:bodyPr anchor="ctr">
            <a:normAutofit fontScale="92500"/>
          </a:bodyPr>
          <a:lstStyle/>
          <a:p>
            <a:pPr algn="l"/>
            <a:endParaRPr lang="en-US" sz="2200" dirty="0"/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200" dirty="0"/>
              <a:t>Bangladesh lacks a reliable system to measure or share road safety data.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200" dirty="0"/>
              <a:t>Existing tools like Google Maps show the fastest routes, not the safest.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200" dirty="0"/>
              <a:t>BanRAP aims to assess, rate, and visualize road safety to guide users toward safer travel decisions.</a:t>
            </a:r>
            <a:br>
              <a:rPr lang="en-US" sz="2200" dirty="0"/>
            </a:br>
            <a:endParaRPr lang="en-US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DAF332-614B-8AD2-FFC7-79A538D95C07}"/>
              </a:ext>
            </a:extLst>
          </p:cNvPr>
          <p:cNvSpPr txBox="1"/>
          <p:nvPr/>
        </p:nvSpPr>
        <p:spPr>
          <a:xfrm>
            <a:off x="311732" y="1672174"/>
            <a:ext cx="403084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bg1"/>
                </a:solidFill>
              </a:rPr>
              <a:t>Motivation: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Road accidents remain a major concern due to poor infrastructure and lack of safety awareness. BanRAP seeks to bridge this gap by introducing a data-driven approach to evaluate and improve road safety across Bangladesh.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27A5E-72F6-65BC-7CC8-91BD8EE3E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B20C8-4332-E924-5DDF-31E6200B6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F87EA62-AC1F-A576-6A5E-EF9B33FD5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03F1A-6AC0-0E91-0005-780207FD9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45EFE5-5A32-1C91-211A-475325D6E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5155" y="1672174"/>
            <a:ext cx="6123773" cy="2831544"/>
          </a:xfrm>
        </p:spPr>
        <p:txBody>
          <a:bodyPr anchor="ctr">
            <a:normAutofit fontScale="92500" lnSpcReduction="10000"/>
          </a:bodyPr>
          <a:lstStyle/>
          <a:p>
            <a:pPr algn="l"/>
            <a:endParaRPr lang="en-US" sz="2200" dirty="0"/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/>
              <a:t>BanRAP (Bangladesh Road Assessment Program) is a web-based platform for road safety analysis.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/>
              <a:t>It allows analysts to label roads using Google Maps and generate star ratings based on safety conditions.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/>
              <a:t>The system integrates these ratings into a navigation module that adjusts travel time according to road safety.</a:t>
            </a:r>
            <a:br>
              <a:rPr lang="en-US" sz="2200" dirty="0"/>
            </a:br>
            <a:endParaRPr lang="en-US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CC343E-697F-52C5-ED94-FF94F85AC2BD}"/>
              </a:ext>
            </a:extLst>
          </p:cNvPr>
          <p:cNvSpPr txBox="1"/>
          <p:nvPr/>
        </p:nvSpPr>
        <p:spPr>
          <a:xfrm>
            <a:off x="311732" y="1672174"/>
            <a:ext cx="403084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bg1"/>
                </a:solidFill>
              </a:rPr>
              <a:t>Description: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BanRAP provides an interactive mapping and labeling tool inspired by </a:t>
            </a:r>
            <a:r>
              <a:rPr lang="en-US" sz="2000" dirty="0" err="1">
                <a:solidFill>
                  <a:schemeClr val="bg1"/>
                </a:solidFill>
              </a:rPr>
              <a:t>iRAP</a:t>
            </a:r>
            <a:r>
              <a:rPr lang="en-US" sz="2000" dirty="0">
                <a:solidFill>
                  <a:schemeClr val="bg1"/>
                </a:solidFill>
              </a:rPr>
              <a:t> standards. It enables users and authorities to visualize road conditions, identify high-risk areas, and promote safer route planning through a combination of geographic data, automation, and intelligent analysis.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E347F7-F6FD-BE13-5FE7-8C5454FF0E68}"/>
              </a:ext>
            </a:extLst>
          </p:cNvPr>
          <p:cNvSpPr txBox="1"/>
          <p:nvPr/>
        </p:nvSpPr>
        <p:spPr>
          <a:xfrm>
            <a:off x="5085155" y="5624052"/>
            <a:ext cx="5004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NB. All Requirements were given by ARI,BUET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C4744-515F-9053-B776-695687787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94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C79E667-162B-C7D4-E6AE-56AD4EC2D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25" y="1071282"/>
            <a:ext cx="5436158" cy="549978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Key Features: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600" dirty="0"/>
              <a:t> </a:t>
            </a:r>
            <a:r>
              <a:rPr lang="en-US" sz="2000" b="1" dirty="0"/>
              <a:t>Interactive Road Selection: </a:t>
            </a:r>
            <a:r>
              <a:rPr lang="en-US" sz="2000" dirty="0"/>
              <a:t>Select and view specific roads directly on Google Maps.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dirty="0"/>
              <a:t>Automatic Segmentation:</a:t>
            </a:r>
            <a:r>
              <a:rPr lang="en-US" sz="2000" dirty="0"/>
              <a:t> Divide selected roads into 100-meter sections for detailed analysis.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dirty="0"/>
              <a:t>2D, 3D &amp; Street View Labeling:</a:t>
            </a:r>
            <a:r>
              <a:rPr lang="en-US" sz="2000" dirty="0"/>
              <a:t> Label road segments visually for accurate safety assessment.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dirty="0"/>
              <a:t>Star Rating System:</a:t>
            </a:r>
            <a:r>
              <a:rPr lang="en-US" sz="2000" dirty="0"/>
              <a:t> Generate safety ratings following </a:t>
            </a:r>
            <a:r>
              <a:rPr lang="en-US" sz="2000" dirty="0" err="1"/>
              <a:t>iRAP</a:t>
            </a:r>
            <a:r>
              <a:rPr lang="en-US" sz="2000" dirty="0"/>
              <a:t>-inspired logic.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dirty="0"/>
              <a:t>User Registration &amp; Login:</a:t>
            </a:r>
            <a:r>
              <a:rPr lang="en-US" sz="2000" dirty="0"/>
              <a:t> Secure access for users and analysts.</a:t>
            </a:r>
          </a:p>
        </p:txBody>
      </p:sp>
      <p:pic>
        <p:nvPicPr>
          <p:cNvPr id="18" name="Graphic 17" descr="Map with pin">
            <a:extLst>
              <a:ext uri="{FF2B5EF4-FFF2-40B4-BE49-F238E27FC236}">
                <a16:creationId xmlns:a16="http://schemas.microsoft.com/office/drawing/2014/main" id="{6071CD45-448A-503E-9E87-A9445B7AC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0610" y="1071282"/>
            <a:ext cx="4737650" cy="473765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69354619-8608-B8ED-4943-175AE27F7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8997976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Road Selection: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Select and view specific roads directly on Google Maps.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EBE32C-44A9-1274-D6AD-02993318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47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16F97A-7ED7-E214-5EE7-E3A15CDD6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679D5CD-DB76-9E5D-AD2B-7FAF7BDBE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D200EAB-26CA-D4C6-8BCA-FEDB7D2F2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Graphic 17" descr="Map with pin">
            <a:extLst>
              <a:ext uri="{FF2B5EF4-FFF2-40B4-BE49-F238E27FC236}">
                <a16:creationId xmlns:a16="http://schemas.microsoft.com/office/drawing/2014/main" id="{0EC40909-27DA-F609-A4BF-44804D132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0610" y="1071282"/>
            <a:ext cx="4737650" cy="473765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20F21FF-FFFE-B147-2B78-93237CA57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8997976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Road Selection: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Select and view specific roads directly on Google Maps.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1FF1B-0759-90DA-4B99-1C028C59B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535"/>
            <a:ext cx="4363065" cy="2786568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Exciting Features:</a:t>
            </a:r>
            <a:endParaRPr lang="en-US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Safety-Aware Navigation:</a:t>
            </a:r>
            <a:r>
              <a:rPr lang="en-US" sz="2000" dirty="0"/>
              <a:t> Suggests routes and adjusts ETA based on road safety levels.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US" sz="2000" b="1" dirty="0"/>
              <a:t>Feedback &amp; Complaint Module:</a:t>
            </a:r>
            <a:r>
              <a:rPr lang="en-US" sz="2000" dirty="0"/>
              <a:t> Users can report incorrect data or suggest updates.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7C3E86-8D08-8560-4CB7-B823E75AC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7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>
            <a:extLst>
              <a:ext uri="{FF2B5EF4-FFF2-40B4-BE49-F238E27FC236}">
                <a16:creationId xmlns:a16="http://schemas.microsoft.com/office/drawing/2014/main" id="{523ED917-2E7E-069E-250C-8091AB01D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5F59FE-87FD-727A-15D1-F796B95E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33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EED4-658C-77C6-5C3B-34B29E76B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315" y="141001"/>
            <a:ext cx="3232221" cy="7832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Reference Interface:</a:t>
            </a:r>
            <a:br>
              <a:rPr lang="en-US" sz="2400" b="1" dirty="0"/>
            </a:br>
            <a:endParaRPr lang="en-US" sz="2400" b="1" dirty="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0D317B9-0FDB-4537-7B83-0D4280B4B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8571" r="-715" b="5494"/>
          <a:stretch>
            <a:fillRect/>
          </a:stretch>
        </p:blipFill>
        <p:spPr>
          <a:xfrm>
            <a:off x="0" y="658762"/>
            <a:ext cx="12255059" cy="61992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7517F-4DDA-C82B-A38A-F124F2471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69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86B58BF7-B5D9-176F-F57D-5459021FFD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52" b="5348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ECD18-C02A-7B12-4E99-1EE865F9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138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336791-4A57-722A-EA11-7DE653D2D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AB7FAD-B4E0-079A-332D-4E081B1F8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70974-262C-4034-A5AD-7EC6A3C1AB7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61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74</TotalTime>
  <Words>352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Fahim</dc:creator>
  <cp:lastModifiedBy>Fahim</cp:lastModifiedBy>
  <cp:revision>3</cp:revision>
  <dcterms:created xsi:type="dcterms:W3CDTF">2025-11-08T13:57:11Z</dcterms:created>
  <dcterms:modified xsi:type="dcterms:W3CDTF">2025-11-09T05:04:00Z</dcterms:modified>
</cp:coreProperties>
</file>